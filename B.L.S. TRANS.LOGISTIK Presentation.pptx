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Manrope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anrope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10" Type="http://schemas.openxmlformats.org/officeDocument/2006/relationships/image" Target="../media/image1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36.png"/><Relationship Id="rId8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31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155650"/>
            <a:ext cx="4572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B.L.S. TRANS.LOGISTIK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1660475"/>
            <a:ext cx="480060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ОПТИМІЗАЦІЯ </a:t>
            </a:r>
            <a:r>
              <a:rPr b="1" i="0" lang="en-US" sz="5400" u="none" cap="none" strike="noStrike">
                <a:solidFill>
                  <a:srgbClr val="F97316"/>
                </a:solidFill>
                <a:latin typeface="Manrope"/>
                <a:ea typeface="Manrope"/>
                <a:cs typeface="Manrope"/>
                <a:sym typeface="Manrope"/>
              </a:rPr>
              <a:t>ЦІН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588097"/>
            <a:ext cx="4572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Логістика, яка знижує ваші витрати. Гнучкі податкові умови та європейський сервіс.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5256609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РАЗОМ УСІМА ШЛЯХАМИ !!!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3492549" cy="3360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8375"/>
            <a:ext cx="3492549" cy="3360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8375"/>
            <a:ext cx="3492549" cy="3360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289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66775" y="3619500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Досвід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410334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На ринку вже 5 років. Сотні задоволених замовників та надійна мережа перевізників.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5074" y="26289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45074" y="3619500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Гнучкість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45074" y="410334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Працюємо з ПДВ (3%) та без ПДВ (5%). Індивідуальний підхід до кожного розрахунку.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3374" y="26289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423374" y="3619500"/>
            <a:ext cx="3047099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Гарантії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23374" y="410334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Якість, швидкість та безпека — це основа нашого сервісу. Повний комфорт для клієнта.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819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3199" y="28194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13874" y="2819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5 РОКІВ НАДІЙНОЇ РОБОТИ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0" y="80389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3050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43050"/>
            <a:ext cx="34925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43050"/>
            <a:ext cx="3492549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743409" y="4591050"/>
            <a:ext cx="114858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1.5 т – 3 т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5189190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Тент, суцільномет. Всі види завантажень. Для швидкої доставки малих партій.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553900" y="4591050"/>
            <a:ext cx="108419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8 т – 13 т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349799" y="5189190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Тент з гідробортом. Довжина до 8,7м. Ідеальний баланс місткості та маневреності.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81190" y="4591050"/>
            <a:ext cx="2186367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22 т (Єврофури)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128099" y="5189190"/>
            <a:ext cx="34925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8 одиниць. 13,6м / 92м³. Основний транспорт для магістральних перевезень.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552575"/>
            <a:ext cx="347349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9324" y="1552575"/>
            <a:ext cx="3473499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7624" y="1552575"/>
            <a:ext cx="3473499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563909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ВЛАСНИЙ АВТОПАРК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0" y="796304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349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1349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14400" y="2875508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Рефрижератори: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від 2.5т до 20т (від 0 до -20°C).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14400" y="3418433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Цистерни (15-30 м³):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Харчові, хімічні, світлі нафтопродукти, скраплені гази.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000125" y="4266158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Негабарит та Самоскиди: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Вантажопідйомність до 40т. Будь-які розміри.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1360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089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5665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ПЕРЕВЕЗЕННЯ БУДЬ-ЯКОЇ СКЛАДНОСТІ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5715000" y="80389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62000" y="762000"/>
            <a:ext cx="4800600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ВСЯ УКРАЇНА + ГАРЯЧІ ТОЧКИ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2667000" y="1245840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62000" y="243453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Ми доставляємо вантажі туди, куди інші бояться їхати. Наші водії пройшли спецпідготовку.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38225" y="323463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143000" y="323463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Херсонська область, Нікополь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38225" y="353943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143000" y="353943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Краматорськ, Ізюм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38225" y="384423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143000" y="384423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Донецький та Запорізький напрямки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038225" y="414903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143000" y="414903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Харків, Суми, Чернігів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0800"/>
            <a:ext cx="5238750" cy="265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90800"/>
            <a:ext cx="5238750" cy="26555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1000125" y="2971800"/>
            <a:ext cx="465058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Законодавча експертиза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00125" y="3455640"/>
            <a:ext cx="44291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Знаємо всі тонкощі митного та транспортного законодавства ЄС. Жодних затримок на кордонах через документи. Працюємо за нормами міжнародного права.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810375" y="2971800"/>
            <a:ext cx="465058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Збірні вантажі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810375" y="3455640"/>
            <a:ext cx="44291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Організовуємо перевезення збірних вантажів по Європейському Союзу. Раціональні логістичні схеми для оптимізації вашого бюджету та часу.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ГАРАНТІЯ ДОСТАВКИ В ЄС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0" y="80389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5238750" cy="3350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43137"/>
            <a:ext cx="5238750" cy="335086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1000125" y="2624137"/>
            <a:ext cx="465058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97316"/>
                </a:solidFill>
                <a:latin typeface="Manrope"/>
                <a:ea typeface="Manrope"/>
                <a:cs typeface="Manrope"/>
                <a:sym typeface="Manrope"/>
              </a:rPr>
              <a:t>Кейс: Біопром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000125" y="3107977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Проблема: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Завищені ціни на авто з Німеччини на Луцьк.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000125" y="4108102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Рішення B.L.S.: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Знайшли авто за адекватною ціною, виконавши умову клієнта. Тепер клієнт несе менші витрати на транспорт.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810375" y="2624137"/>
            <a:ext cx="4650581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97316"/>
                </a:solidFill>
                <a:latin typeface="Manrope"/>
                <a:ea typeface="Manrope"/>
                <a:cs typeface="Manrope"/>
                <a:sym typeface="Manrope"/>
              </a:rPr>
              <a:t>Кейс: Інтер-ліс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810375" y="3107977"/>
            <a:ext cx="4429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Проблема: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Монополія одного перевізника, який почав піднімати ціни.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810375" y="4108102"/>
            <a:ext cx="4429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Рішення B.L.S.: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Показали реальний ринок та створили здорову конкуренцію. Клієнт тримає ціни в тонусі.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РЕАЛЬНІ КЕЙСИ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0" y="80389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571500" y="1811684"/>
            <a:ext cx="5381625" cy="1963935"/>
          </a:xfrm>
          <a:prstGeom prst="roundRect">
            <a:avLst>
              <a:gd fmla="val 58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857250" y="2097434"/>
            <a:ext cx="4810125" cy="139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Прозорість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Абсолютна чесність у партнерських відносинах та розрахунках.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6238875" y="1811684"/>
            <a:ext cx="5381625" cy="1963935"/>
          </a:xfrm>
          <a:prstGeom prst="roundRect">
            <a:avLst>
              <a:gd fmla="val 58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524625" y="2097434"/>
            <a:ext cx="4810125" cy="139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Відповідальність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Суворе дотримання всіх узгоджених умов та термінів.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4061370"/>
            <a:ext cx="5381625" cy="1963935"/>
          </a:xfrm>
          <a:prstGeom prst="roundRect">
            <a:avLst>
              <a:gd fmla="val 58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857250" y="4347120"/>
            <a:ext cx="4810125" cy="139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Вирішення проблем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Конструктивний підхід до будь-яких форс-мажорних ситуацій.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238875" y="4061370"/>
            <a:ext cx="5381625" cy="1963935"/>
          </a:xfrm>
          <a:prstGeom prst="roundRect">
            <a:avLst>
              <a:gd fmla="val 58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524625" y="4347120"/>
            <a:ext cx="4810125" cy="139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Універсальність</a:t>
            </a: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Возимо все: від продуктів та дерева до хімії та металу.</a:t>
            </a: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" y="2097434"/>
            <a:ext cx="4810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2097434"/>
            <a:ext cx="4810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4347120"/>
            <a:ext cx="4810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4347120"/>
            <a:ext cx="4810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ЧОМУ ОБИРАЮТЬ НАС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0" y="80389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727769"/>
            <a:ext cx="11049000" cy="5402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905351" y="1308794"/>
            <a:ext cx="1038129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97316"/>
                </a:solidFill>
                <a:latin typeface="Manrope"/>
                <a:ea typeface="Manrope"/>
                <a:cs typeface="Manrope"/>
                <a:sym typeface="Manrope"/>
              </a:rPr>
              <a:t>РОЗПОЧНЕМО СПІВПРАЦЮ?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1152525" y="2127944"/>
            <a:ext cx="9886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Зробіть попередній розрахунок на нашому сайті та переконайтесь у вигоді.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195887" y="2908994"/>
            <a:ext cx="1800225" cy="4953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576887" y="3051869"/>
            <a:ext cx="1038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bls-trans.com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1152525" y="3785294"/>
            <a:ext cx="499062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ДИРЕКТОР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1152525" y="4032944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Борщова Лілія Сергіївна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152525" y="4398615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+38 096 055 41 75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286500" y="3785294"/>
            <a:ext cx="499062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МЕНЕДЖЕР З ПРОДАЖУ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286500" y="4032944"/>
            <a:ext cx="4752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Лисенко Альона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286500" y="4398615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Inter"/>
                <a:ea typeface="Inter"/>
                <a:cs typeface="Inter"/>
                <a:sym typeface="Inter"/>
              </a:rPr>
              <a:t>+38 097 487 79 70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52525" y="5274915"/>
            <a:ext cx="9886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blstranslogistik@gmail.com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/>
          <p:nvPr/>
        </p:nvSpPr>
        <p:spPr>
          <a:xfrm>
            <a:off x="571500" y="2146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71500" y="312911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411197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48967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56815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7" name="Google Shape;2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14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1666875" y="131578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https://media.istockphoto.com/id/2160275854/photo/a-modern-truck-with-a-tilt-semi-trailer-transports-cargo-along-the-highway-in-the-evening.jpg?s=612x612&amp;w=is&amp;k=20&amp;c=VJaOUtklUtHoKYouy4vH5kG61JVtK34gDsojgh0y8uQ=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666875" y="17595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0431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1666875" y="229865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https://media.istockphoto.com/id/187613175/photo/blank-white-van-sideview-isolated.jpg?s=612x612&amp;w=0&amp;k=20&amp;c=MLwwdPN6qwXV_E2TwCeZn6YfWrDq9_t2CxnbTi_7rQ8=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666875" y="27424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8717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1666875" y="328151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https://static.vecteezy.com/system/resources/thumbnails/070/684/079/small/delivery-truck-mockup-for-branding-and-advertising-in-a-clean-modern-studio-environment-photo.jpeg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666875" y="372531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46" name="Google Shape;24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7092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1666875" y="426437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https://img.freepik.com/premium-photo/side-angle-view-delivery-truck-studio-white-background-3d-rendering_146508-51.jpg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666875" y="45100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249" name="Google Shape;24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556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1666875" y="504914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https://yi-files.yellowimages.com/content/2017/12/5a290b4643005.jpg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666875" y="529485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yellowimages.com</a:t>
            </a:r>
            <a:endParaRPr/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9395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1666875" y="583391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https://media.istockphoto.com/id/953478058/vector/global-logistics-network-concept-communications-network-map-of-the-great-britain-on-the-world.jpg?s=612x612&amp;w=is&amp;k=20&amp;c=HSz12W1Yyp7zmrNjGZow_zJmL4YKVTpvytCFm_CPHfQ=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666875" y="627771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193774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Manrope"/>
                <a:ea typeface="Manrope"/>
                <a:cs typeface="Manrope"/>
                <a:sym typeface="Manrope"/>
              </a:rPr>
              <a:t>Image Sources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715000" y="426169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